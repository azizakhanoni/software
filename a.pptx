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A508-EE9B-5FE3-2730-4C0B491FD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67978-B644-A649-8C38-D1FBE8198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DB65F-01BA-E8B7-313B-6BFA02AE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22BB1-2A45-934B-0762-03A6CCAA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5CF9F-36AA-E021-618F-C794594D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1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FDD7-D409-8087-ABB2-FBC13C84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22745-D051-DB4C-E684-06FA7DCA9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A177-7E98-D327-A600-DBAF5453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A8CF5-5ECD-EC48-ED16-BC508712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A656-5A1C-1FF5-AF0C-3AA55DA8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9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DB68-ED21-EE7D-B084-F067AA14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A3BE9-4CF1-9DFB-5473-81C19C0BE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0A561-8CD0-51AA-2748-732FBC436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829D7-9B33-9215-D93F-7F107660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25350-F641-B51F-B02F-04A978B8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0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3A54-AC07-0829-0943-5B0FB4D0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E1D4-4F31-7951-656C-0F90B3B67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D6881-3BE6-F038-FA8C-9B1DDE83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52BC3-A9BE-35E8-60E4-B5590DC9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8ECB-8189-69F3-4CF4-C39A8A2E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0C7DA-1726-647A-A3DE-7BF539DB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6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B86B-C99D-7EC9-B138-1D1FD542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F93CC-FEB9-4888-D565-5C606339F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64416-EEF8-6C3A-B0E1-5E5601526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06B5F-443D-BFA9-BAEE-4AE881697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CB613-E92D-50DF-FDA0-89D3FA118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22BEC-FA3F-4F7C-124B-40A65913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F7BF4-05A8-DF18-D0F2-C3E8E9B2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C82C2-B6B5-22FB-143A-864CA72C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4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EE77-7114-F500-A373-F567CA63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400DC-FF01-42F3-90C3-176CAC5F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DFFA0-4972-24CA-F1FC-9C1158A1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FE298-F248-885A-DD39-C4E78D4C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8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616CA-1944-28A0-43EE-E51C99BE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411FE-610E-FCF6-F8BF-1FAF673C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705B2-731F-1014-717F-F110524E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0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3841-4F08-A25A-BCB3-D95FB6AC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573DC-A1D0-94E5-BCC4-61F2CE1CC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91BD6-75CA-D3F4-BB80-87ABE629B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4B52B-619F-4FDA-8D62-7C48BE8A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6A2EB-F6F5-09DB-6AD9-A889EC7F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DFB91-A868-7FC6-AEE7-F131D0D2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7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4CD1-E27B-EAB3-AFC5-DA894783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52947-FA7A-4E93-9426-AB0EE436A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10284-0AB7-F9E1-0F9B-42138B70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A09E9-229E-1BE3-5A81-6C963BFF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D8F76-54A0-7479-B008-A129226D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2609D-E6A0-2D1F-734B-9EAC01BE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6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7771-F375-2D22-D3D4-3FD21B61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D60D1-1F2A-15C3-F4B4-73F819DAB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91D2-6DD5-E44F-A840-CD53219D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26C44-D289-01E9-8DD5-E232372F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07FF7-8973-66E3-5BED-EEA31D19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432E6-A78D-CFD7-2899-53D763E73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BF33A-D4BA-C691-4D17-C5AC20E58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771BE-1AA3-53F1-0316-5BBD34322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1AF7B-6025-4225-709A-8A2EB60C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A77C-324A-B6D8-C200-7FB75B71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6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E18B0-9DAA-74AB-F12C-88D229C3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9D77C-F6B5-C76B-F8CF-3A4F278F6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E9303-5B4D-3D65-DE9A-5742D5B0D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F58C-081D-43D4-97CA-D9C6243BDE7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DBD03-E3F8-13E1-92B5-BF2049E90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30C59-8CAC-84C1-792E-389A8D4AA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EB30C-6CC1-4449-9259-FDE0EDE8E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2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E37B-3D6D-E130-FAC6-6BBFE6242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AFE85-5C96-8CE0-4BA4-E7E86DD38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71904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azizaakter827@gmail.com</dc:creator>
  <cp:lastModifiedBy>azizaakter827@gmail.com</cp:lastModifiedBy>
  <cp:revision>2</cp:revision>
  <dcterms:created xsi:type="dcterms:W3CDTF">2026-10-06T06:29:19Z</dcterms:created>
  <dcterms:modified xsi:type="dcterms:W3CDTF">2026-10-06T06:29:38Z</dcterms:modified>
</cp:coreProperties>
</file>